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95" r:id="rId3"/>
    <p:sldId id="290" r:id="rId4"/>
    <p:sldId id="298" r:id="rId5"/>
    <p:sldId id="299" r:id="rId6"/>
    <p:sldId id="292" r:id="rId7"/>
    <p:sldId id="297" r:id="rId8"/>
    <p:sldId id="293" r:id="rId9"/>
    <p:sldId id="288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2" d="100"/>
          <a:sy n="82" d="100"/>
        </p:scale>
        <p:origin x="115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AE3E3-CCA1-FA59-FEB0-88E3E9258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C7DE4-91AC-E54C-F835-D5A3AB252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685800"/>
            <a:ext cx="10972800" cy="3950710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A24A6-0FB3-04E4-58F1-0289212CE9F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B2C962-B9F0-3F1F-4F0E-4E8748835D3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CO" smtClean="0"/>
              <a:t>4</a:t>
            </a:fld>
            <a:endParaRPr lang="es-C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E47C66-1F3C-6E2A-1748-F4647BEFD3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547" y="1143000"/>
            <a:ext cx="4882906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849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4464C-78F4-6AD7-9F52-4901C660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125DA-7FFA-DA86-9A83-1577CA870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893B3-E819-0870-F370-04B71A16E7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685800"/>
            <a:ext cx="10972800" cy="3950710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D3AD7-939F-5090-C341-F63E8AAB690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A8A044-AD82-7BCE-8CB9-EFD4E6708AF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CO" smtClean="0"/>
              <a:t>5</a:t>
            </a:fld>
            <a:endParaRPr lang="es-C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5B305C-12CD-07E6-4A66-60078DBEFD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801" y="736661"/>
            <a:ext cx="4882906" cy="42976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E5BC3B-56A6-4237-7A57-B05A279C9F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825205"/>
            <a:ext cx="4882906" cy="42976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32BF8C-71F0-7668-2898-778334C0EF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96" y="467084"/>
            <a:ext cx="4882906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814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900</TotalTime>
  <Words>406</Words>
  <Application>Microsoft Office PowerPoint</Application>
  <PresentationFormat>Widescreen</PresentationFormat>
  <Paragraphs>88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Convergence tests DE waveguide, w = 1.2 µm, neff_TE0, wvl 1.55 µm. </vt:lpstr>
      <vt:lpstr>PowerPoint Presentation</vt:lpstr>
      <vt:lpstr>PowerPoint Presentation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Nicolás Ospina Mendivelso</cp:lastModifiedBy>
  <cp:revision>10</cp:revision>
  <dcterms:created xsi:type="dcterms:W3CDTF">2025-01-27T02:46:57Z</dcterms:created>
  <dcterms:modified xsi:type="dcterms:W3CDTF">2026-02-16T16:00:04Z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